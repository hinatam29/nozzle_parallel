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静電噴霧による二酸化炭素吸収シミュレーション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2次元 軸対称（円筒 r–z）・並列2ノズル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6235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DEA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コード構成 ／ 計算設定 ／ 鏡面の考え方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DEA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図は 印加電圧 V = 3 kV の結果（円筒座標）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計算の概要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帯電した微小液滴をノズルから静電的に噴霧し、飛行中に気相の二酸化炭素を吸収させる過程を追跡する。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58568"/>
            <a:ext cx="1371600" cy="512064"/>
          </a:xfrm>
          <a:prstGeom prst="roundRect">
            <a:avLst>
              <a:gd name="adj" fmla="val 10714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5856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  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205740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ノズルと対向電極の間の電場で、帯電液滴を加速する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310128"/>
            <a:ext cx="1371600" cy="512064"/>
          </a:xfrm>
          <a:prstGeom prst="roundRect">
            <a:avLst>
              <a:gd name="adj" fmla="val 10714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1012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液  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310896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数千個の液滴をラグランジュ的に追跡（電場力・液滴間クーロン反発・粘性抗力・重力）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361688"/>
            <a:ext cx="1371600" cy="512064"/>
          </a:xfrm>
          <a:prstGeom prst="roundRect">
            <a:avLst>
              <a:gd name="adj" fmla="val 10714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6168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吸  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77440" y="416052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各液滴が飛行中に気相の二酸化炭素を吸収（吸収量 clt を積算、飽和で頭打ち）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5413248"/>
            <a:ext cx="1371600" cy="512064"/>
          </a:xfrm>
          <a:prstGeom prst="roundRect">
            <a:avLst>
              <a:gd name="adj" fmla="val 10714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41324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  力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77440" y="5212080"/>
            <a:ext cx="9052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場データ flow.dat と 粒子データ spray.dat（位置・粒径・吸収量）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NUMERICAL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計算体系・座標系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座標系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2次元 軸対称（円筒 r–z）。左端 r=0 が対称軸。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計算領域・格子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 : 0 – 40 mm（＝ノズル間隔） / z : 0 – 100 mm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格子 500 × 500、時間刻み dt = 2×10⁻⁷ 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解法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電位は毎ステップ BiCGSTAB 法で求解。液滴は前進オイラーで時間積分。</a:t>
            </a:r>
            <a:endParaRPr lang="en-US" sz="1600" dirty="0"/>
          </a:p>
        </p:txBody>
      </p:sp>
      <p:pic>
        <p:nvPicPr>
          <p:cNvPr id="6" name="Image 0" descr="/sessions/youthful-sleepy-brown/mnt/kawatani/_schem_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554480"/>
            <a:ext cx="54864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6364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軸対称の意味：上から見ると ノズル1＝中心の点、ノズル2＝リング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GEOMETRY &amp; MIRROR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幾何配置と鏡面</a:t>
            </a:r>
            <a:endParaRPr lang="en-US" sz="2600" dirty="0"/>
          </a:p>
        </p:txBody>
      </p:sp>
      <p:pic>
        <p:nvPicPr>
          <p:cNvPr id="4" name="Image 0" descr="/sessions/youthful-sleepy-brown/mnt/kawatani/_schem_rz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704088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417320"/>
            <a:ext cx="4023360" cy="4754880"/>
          </a:xfrm>
          <a:prstGeom prst="roundRect">
            <a:avLst>
              <a:gd name="adj" fmla="val 1818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1645920"/>
            <a:ext cx="3611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ノズル1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対称軸 r=0 上に丸ごと（本物）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ノズル2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右端 r=40mm（鏡面）に、半分が本物・半分が鏡像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対向電極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 = 92–93 mm。各ノズル直下に穴（r&lt;5, r&gt;35 mm）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電位（境界条件）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ノズル = 接地 0V、対向電極 = −V（図は V=3kV）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MIRROR / SYMMETRY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鏡面の扱い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630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対称軸 r=0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83280" y="146304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ノズル1が乗る中心軸。電位は勾配ゼロ、粒子は反射する。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6090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660904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鏡面 r=40mm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2660904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右端を鏡面として扱う（電位は勾配ゼロ、粒子は反射）。ノズル2はこの面をまたぎ、半分だけを計算し残り半分は鏡像で表す。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5876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85876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クーロン力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3858768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各液滴は「実在の液滴」に加え、対称軸(r=0)と鏡面(r=40mm)に対する鏡像とも相互作用させ、対称性を保つ。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056632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7F3EF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5056632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結果として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5056632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ノズル1＝軸上の点、ノズル2＝半径40mmのリングとなり、両者は幾何学的に非等価 → 左右非対称の噴霧（円筒座標では正しい挙動）。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GOVERNING EQUATIONS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支配方程式・モデル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1790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電位（円筒 Poisson）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114800" y="146304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(1/r)·∂/∂r( r ε ∂φ/∂r ) + ∂/∂z( ε ∂φ/∂z ) = 0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対称軸まわりの 1/r 項を含む。BiCGSTAB で求解。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70662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電場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14800" y="265176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 = −∇φ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求めた電位から電場を算出し、液滴に作用させる。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89534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液滴の運動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114800" y="384048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 dv/dt = qE + F_クーロン(鏡像込み) + F_抗力 + mg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前進オイラーで時間積分（dt = 2×10⁻⁷ s）。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508406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二酸化炭素の吸収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114800" y="502920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d(clt)/dt ∝ 気相濃度 × 液滴表面積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各液滴が飛行中に吸収、飽和量 cltmx で頭打ち。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コード構成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main.f の1ステップの流れ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potential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13432" y="178308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178308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441448" y="178308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ej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電場 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178308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4256" y="178308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334256" y="178308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eforce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場の力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48" y="178308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7064" y="178308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227064" y="178308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intraction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クーロン+鏡像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91856" y="178308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19872" y="178308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119872" y="178308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pcount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運動+反射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84664" y="1783080"/>
            <a:ext cx="201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12680" y="1783080"/>
            <a:ext cx="178308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10012680" y="178308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diffusion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CO2吸収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5385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306324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potential.f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3063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電位ソルバ（円筒）。ノズル/電極の境界条件。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589020"/>
            <a:ext cx="11064240" cy="475488"/>
          </a:xfrm>
          <a:prstGeom prst="roundRect">
            <a:avLst>
              <a:gd name="adj" fmla="val 15385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358902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initial.f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0" y="35890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2ノズルへ交互に液滴を射出。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114800"/>
            <a:ext cx="11064240" cy="475488"/>
          </a:xfrm>
          <a:prstGeom prst="roundRect">
            <a:avLst>
              <a:gd name="adj" fmla="val 15385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4114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intraction.f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00400" y="41148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液滴間クーロン力＋軸・鏡面の鏡像項。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640580"/>
            <a:ext cx="11064240" cy="475488"/>
          </a:xfrm>
          <a:prstGeom prst="roundRect">
            <a:avLst>
              <a:gd name="adj" fmla="val 15385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7240" y="46405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pcount.f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00400" y="46405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液滴の運動更新と境界処理（反射）。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166360"/>
            <a:ext cx="11064240" cy="475488"/>
          </a:xfrm>
          <a:prstGeom prst="roundRect">
            <a:avLst>
              <a:gd name="adj" fmla="val 15385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7240" y="51663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diffusion1.f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00400" y="5166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気相CO2と吸収量 C_total の計算。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5692140"/>
            <a:ext cx="11064240" cy="475488"/>
          </a:xfrm>
          <a:prstGeom prst="roundRect">
            <a:avLst>
              <a:gd name="adj" fmla="val 15385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77240" y="569214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出力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00400" y="56921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flow.dat（場）, spray.dat（xp, yp, dp, clt, pout）。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可視化と結果（V = 3 kV, step 17000）</a:t>
            </a:r>
            <a:endParaRPr lang="en-US" sz="2600" dirty="0"/>
          </a:p>
        </p:txBody>
      </p:sp>
      <p:pic>
        <p:nvPicPr>
          <p:cNvPr id="4" name="Image 0" descr="/sessions/youthful-sleepy-brown/mnt/kawatani/_r_spre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5577840" cy="3383280"/>
          </a:xfrm>
          <a:prstGeom prst="rect">
            <a:avLst/>
          </a:prstGeom>
        </p:spPr>
      </p:pic>
      <p:pic>
        <p:nvPicPr>
          <p:cNvPr id="5" name="Image 1" descr="/sessions/youthful-sleepy-brown/mnt/kawatani/_r_absor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417320"/>
            <a:ext cx="5577840" cy="3383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液滴の広がり：粒径 d [m] で色分け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6217920" y="48006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二酸化炭素吸収：clt を格子集計した C_total [mol] の等高線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48640" y="52578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EF4F8"/>
          </a:solidFill>
          <a:ln/>
          <a:effectLst>
            <a:outerShdw sx="100000" sy="100000" kx="0" ky="0" algn="bl" rotWithShape="0" blurRad="76200" dist="25400" dir="5400000">
              <a:srgbClr val="9AA7B0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読み方：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左＝ノズル1（軸上）、右＝ノズル2（リング）。両ノズルとも噴霧・吸収が起きている。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ノズル2側のほうが大きく広がるのは、円筒座標でノズル2がリングであるための左右非対称（想定どおりの挙動）。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主要パラメータ・まとめ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64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座標系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2次元 軸対称（円筒 r–z）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34840" y="155448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617720" y="1664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格子 / 領域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17720" y="1965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 × 500 / r:40mm, z:100mm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155448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1664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時間刻み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0" y="1965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dt = 2×10⁻⁷ 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986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印加電圧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 3kV（現コード 7kV）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34840" y="278892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8986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ノズル間隔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 mm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0" y="278892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8986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液滴径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0.1 – 0.9 μm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343400"/>
            <a:ext cx="10927080" cy="1737360"/>
          </a:xfrm>
          <a:prstGeom prst="roundRect">
            <a:avLst>
              <a:gd name="adj" fmla="val 3158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5262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円筒座標のため、ノズル1（軸上の点）とノズル2（リング）は非等価で、左右非対称になるのが物理的に正しい。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鏡面（r=40mm）で計算領域を半分にし、鏡像で残り半分を表すことで、並列2ノズルを効率的に扱っている。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2026-07-27T03:30:51Z</dcterms:created>
  <dcterms:modified xsi:type="dcterms:W3CDTF">2026-07-27T03:30:51Z</dcterms:modified>
</cp:coreProperties>
</file>